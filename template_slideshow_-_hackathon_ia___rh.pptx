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Roboto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bold.fntdata"/><Relationship Id="rId11" Type="http://schemas.openxmlformats.org/officeDocument/2006/relationships/slide" Target="slides/slide6.xml"/><Relationship Id="rId22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edium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1be94000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1be94000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278bbf7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278bbf7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278bbf7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278bbf7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78bbf7b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278bbf7b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278bbf7b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278bbf7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278bbf7b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278bbf7b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278bbf7b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278bbf7b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1be94000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1be94000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8CB38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/>
        </p:nvSpPr>
        <p:spPr>
          <a:xfrm>
            <a:off x="1846375" y="-29225"/>
            <a:ext cx="7317900" cy="3189900"/>
          </a:xfrm>
          <a:prstGeom prst="rect">
            <a:avLst/>
          </a:prstGeom>
          <a:solidFill>
            <a:srgbClr val="1F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" name="Google Shape;27;p6"/>
          <p:cNvSpPr/>
          <p:nvPr/>
        </p:nvSpPr>
        <p:spPr>
          <a:xfrm>
            <a:off x="-20125" y="1852075"/>
            <a:ext cx="7317900" cy="3311700"/>
          </a:xfrm>
          <a:prstGeom prst="rect">
            <a:avLst/>
          </a:prstGeom>
          <a:solidFill>
            <a:srgbClr val="1F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-20131" y="-29219"/>
            <a:ext cx="3810600" cy="3763800"/>
          </a:xfrm>
          <a:prstGeom prst="ellipse">
            <a:avLst/>
          </a:prstGeom>
          <a:solidFill>
            <a:srgbClr val="1F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5353531" y="1399831"/>
            <a:ext cx="3810600" cy="3763800"/>
          </a:xfrm>
          <a:prstGeom prst="ellipse">
            <a:avLst/>
          </a:prstGeom>
          <a:solidFill>
            <a:srgbClr val="1F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6" title="Design sans titre (6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97850" y="4597374"/>
            <a:ext cx="469949" cy="46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 1">
  <p:cSld name="TITLE_ONLY_1">
    <p:bg>
      <p:bgPr>
        <a:solidFill>
          <a:srgbClr val="F8CB3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2053825" y="2051306"/>
            <a:ext cx="7110300" cy="3104100"/>
          </a:xfrm>
          <a:prstGeom prst="rect">
            <a:avLst/>
          </a:prstGeom>
          <a:solidFill>
            <a:srgbClr val="1F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-20125" y="-29225"/>
            <a:ext cx="7110300" cy="3104100"/>
          </a:xfrm>
          <a:prstGeom prst="rect">
            <a:avLst/>
          </a:prstGeom>
          <a:solidFill>
            <a:srgbClr val="1F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1846375" y="-29225"/>
            <a:ext cx="7317900" cy="318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-20125" y="1778306"/>
            <a:ext cx="7317900" cy="33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" name="Google Shape;36;p7" title="hrflow.ai-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4750" y="4813024"/>
            <a:ext cx="663050" cy="2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/>
          <p:nvPr/>
        </p:nvSpPr>
        <p:spPr>
          <a:xfrm>
            <a:off x="-20131" y="-29219"/>
            <a:ext cx="3810600" cy="3763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>
            <a:off x="5353531" y="1399831"/>
            <a:ext cx="3810600" cy="3763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e en page personnalisée 1">
  <p:cSld name="CUST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939000" y="1451250"/>
            <a:ext cx="72660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Grand Hackathon GenAI &amp; RH</a:t>
            </a:r>
            <a:endParaRPr b="1" sz="6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5" title="hrflow.ai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1749" y="367125"/>
            <a:ext cx="1680501" cy="6444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939000" y="3674363"/>
            <a:ext cx="72660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27 - 28 mars 2026</a:t>
            </a:r>
            <a:endParaRPr sz="22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8CB38"/>
                </a:solidFill>
                <a:latin typeface="Roboto Medium"/>
                <a:ea typeface="Roboto Medium"/>
                <a:cs typeface="Roboto Medium"/>
                <a:sym typeface="Roboto Medium"/>
              </a:rPr>
              <a:t>Paris</a:t>
            </a:r>
            <a:endParaRPr sz="1800">
              <a:solidFill>
                <a:srgbClr val="F8CB3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939000" y="152400"/>
            <a:ext cx="726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AutoNum type="arabicPeriod"/>
            </a:pP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Problématique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930900" y="1333675"/>
            <a:ext cx="7654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L'objectif : Capter l'attention du jury et créer de l'empathie en racontant une histoire.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"pain point" (point de friction)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Une phrase choc ou une question ouverte qui décrit clairement le problème rencontré par les utilisateurs ou les entreprises.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L'illustration du problème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Un exemple concret, un persona ou une courte anecdote ("Voici Marc, recruteur, qui perd 10h par semaine à...").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L'impact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Un chiffre clé ou une statistique frappante qui prouve que ce problème vaut la peine d'être résolu (coût, temps perdu, frustration).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939000" y="152400"/>
            <a:ext cx="726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Solution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930900" y="1333675"/>
            <a:ext cx="7654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L'objectif : Expliquer rationnellement comment l'idée résout le problème présenté juste avant.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Proposition de Valeur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Une phrase claire et directe résumant la solution (ex: "La plateforme qui automatise X pour obtenir Y").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remède au Pain Point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Un tableau simple (Avant / Après) ou 3 bullet points expliquant directement comment la solution élimine le problème de la Slide 1.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939000" y="152400"/>
            <a:ext cx="726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 La Démo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930900" y="1333675"/>
            <a:ext cx="7654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L'objectif : Créer le fameux effet "Waouh". C'est le sommet central de votre "W".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cas d'usage (Use Case)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Planter le décor de la démo en 10 secondes ("Regardons ce qui se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asse quand Marc utilise notre outil").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visuel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Captures d'écran du prototype, un court GIF animé, ou une slide de transition (type "Place à la démo !"). Enchaînez ensuite avec votre Live Demo (pensez à enregistrer votre démo au cas où).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bénéfice immédiat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Mettre en valeur l'interface utilisateur ou la rapidité du résultat ("En un clic, le candidat idéal est identifié").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939000" y="152400"/>
            <a:ext cx="726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 Comment ça fonctionne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930900" y="1333675"/>
            <a:ext cx="7654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L'objectif : Rassurer le jury sur la faisabilité technique et l'ingéniosité de l'équipe.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L'architecture technique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Un schéma simplifié de l'architecture (ex: Frontend, Backend, Base de données).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moteur (l'intégration)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Comment les technologies (notamment les API HrFlow.ai) sont intégrées au projet.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"secret sauce"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Ce qui rend la solution techniquement innovante, unique ou difficile à copier.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939000" y="152400"/>
            <a:ext cx="726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 Valeur business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930900" y="1333675"/>
            <a:ext cx="7654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L'objectif : Prouver qu'au-delà du code, il y a un vrai projet viable.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business model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Comment la solution génère-t-elle de la valeur ou de l'argent ? (Abonnement, freemium, gain de temps/productivité pour l'entreprise…).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marché cible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À qui s'adresse cette solution en priorité (TPE, Grands comptes, agences de recrutement…) ?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L'avantage concurrentiel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Un petit mapping concurrentiel ou les points qui différencient la solution de ce qui existe déjà.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/>
        </p:nvSpPr>
        <p:spPr>
          <a:xfrm>
            <a:off x="939000" y="152400"/>
            <a:ext cx="726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Planning &amp; Ressources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930900" y="1333675"/>
            <a:ext cx="7654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L'objectif : Montrer que l'équipe est organisée et a une vision pour la suite.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roadmap (prochaines étapes)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Une frise chronologique simple des 3 prochains mois (ex: V1, Bêta test, ajout de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fonctionnalités…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Les ressources nécessaires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Ce dont l'équipe a besoin pour continuer (financement, accès à des données, mentors, développeurs supplémentaires…).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L'équipe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Les visages et les rôles de ceux qui ont construit le projet ce week-end (pour montrer la complémentarité).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939000" y="152400"/>
            <a:ext cx="726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b="1" lang="fr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 Conclusion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930900" y="1333675"/>
            <a:ext cx="7654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L'objectif : Laisser une dernière impression forte.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message clé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La phrase que le jury doit retenir en rentrant chez lui.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"call to action"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 que vous attendez du jury (gagner le hackathon, obtenir un financement, etc.).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Remerciements &amp; Q&amp;A</a:t>
            </a:r>
            <a:r>
              <a:rPr lang="f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: Une belle slide de fin claire et pro pour ouvrir la session de questions.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939000" y="1451250"/>
            <a:ext cx="72660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Grand Hackathon GenAI &amp; RH</a:t>
            </a:r>
            <a:endParaRPr b="1" sz="6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23" title="hrflow.ai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1749" y="367125"/>
            <a:ext cx="1680501" cy="64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/>
        </p:nvSpPr>
        <p:spPr>
          <a:xfrm>
            <a:off x="939000" y="3674363"/>
            <a:ext cx="72660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27 - 28 mars 2026</a:t>
            </a:r>
            <a:endParaRPr sz="22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8CB38"/>
                </a:solidFill>
                <a:latin typeface="Roboto Medium"/>
                <a:ea typeface="Roboto Medium"/>
                <a:cs typeface="Roboto Medium"/>
                <a:sym typeface="Roboto Medium"/>
              </a:rPr>
              <a:t>Paris</a:t>
            </a:r>
            <a:endParaRPr sz="1800">
              <a:solidFill>
                <a:srgbClr val="F8CB3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